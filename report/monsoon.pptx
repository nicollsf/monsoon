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64" r:id="rId3"/>
    <p:sldId id="257" r:id="rId4"/>
    <p:sldId id="261" r:id="rId5"/>
    <p:sldId id="262" r:id="rId6"/>
    <p:sldId id="263" r:id="rId7"/>
    <p:sldId id="267" r:id="rId8"/>
    <p:sldId id="265" r:id="rId9"/>
    <p:sldId id="258" r:id="rId10"/>
    <p:sldId id="259" r:id="rId11"/>
    <p:sldId id="260" r:id="rId12"/>
    <p:sldId id="266" r:id="rId13"/>
    <p:sldId id="270" r:id="rId14"/>
    <p:sldId id="268" r:id="rId15"/>
    <p:sldId id="269" r:id="rId16"/>
    <p:sldId id="271" r:id="rId17"/>
    <p:sldId id="272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94"/>
  </p:normalViewPr>
  <p:slideViewPr>
    <p:cSldViewPr snapToGrid="0">
      <p:cViewPr varScale="1">
        <p:scale>
          <a:sx n="121" d="100"/>
          <a:sy n="121" d="100"/>
        </p:scale>
        <p:origin x="74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E9BF8D-E494-B7D6-3A1A-DBDA991B617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73E8373-13EE-EBA2-00E1-E397C2932DE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B9C945-3A15-346A-0207-8F73128807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F7CB70-B18E-5840-9C23-D35758464329}" type="datetimeFigureOut">
              <a:rPr lang="en-US" smtClean="0"/>
              <a:t>10/19/24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FFB46B-C046-766B-498F-9EE20AABEA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7608B1-731E-3AA7-6B5F-631DE059A5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B4389-D15A-AB4C-BA79-FB295222AD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92354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759B25-FC03-A022-8757-29D9DF1249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356FF3-8C25-CD00-AFDD-32E96811D9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FD8ACE-86C8-0D06-1219-2921B2A77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F7CB70-B18E-5840-9C23-D35758464329}" type="datetimeFigureOut">
              <a:rPr lang="en-US" smtClean="0"/>
              <a:t>10/19/24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A17719-D82E-1D73-72C2-B80B3FC86A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62E7C3-2892-B9DD-599B-7EC6C1F2EB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B4389-D15A-AB4C-BA79-FB295222AD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93114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8DE3FB-98ED-AEC2-526A-F35A3FA3CA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10D5314-8403-A6CC-1F6E-9A3DA9F8B9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B92CD9-8FF8-48BF-8C8D-5CAA366D57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F7CB70-B18E-5840-9C23-D35758464329}" type="datetimeFigureOut">
              <a:rPr lang="en-US" smtClean="0"/>
              <a:t>10/19/24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DBFA30-8E24-52B3-0064-45662106A1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60A261-88B5-6DF9-1BA0-C718E0E97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B4389-D15A-AB4C-BA79-FB295222AD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650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8702CA-DC03-757F-6EAE-8C7D936EB3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C88F3E-06FB-B771-02F7-00BD1F830E6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49DF981-6E06-2FBC-B879-5246334BEB8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135DD79-E071-0F49-1DDC-75183FF804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F7CB70-B18E-5840-9C23-D35758464329}" type="datetimeFigureOut">
              <a:rPr lang="en-US" smtClean="0"/>
              <a:t>10/19/24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F2B311C-E632-E98D-8157-AB8B1796A5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FDC799D-9E6E-A9FA-17DD-CD9E3E79CE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B4389-D15A-AB4C-BA79-FB295222AD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81802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10377B-CB44-0511-08C3-E85614307E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4AD3AF7-B11E-6AF5-66CC-E717C0BF578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F3A4766-9E56-5A7B-762F-973DE219A41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568D982-9E92-E78A-C17C-4D3BB3125D5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3945B21-E03D-C2EC-D7F7-4D152CE3268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2AD61D5-7AEF-78D5-7142-383F3914A9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F7CB70-B18E-5840-9C23-D35758464329}" type="datetimeFigureOut">
              <a:rPr lang="en-US" smtClean="0"/>
              <a:t>10/19/24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2D3A51D-97DD-1191-2A48-E7CE5055F0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BDB9600-54CB-9EA7-6CC4-AEB9785D24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B4389-D15A-AB4C-BA79-FB295222AD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76951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B5BBA5-ED19-BD06-BA32-F053949536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88C9D53-822E-CFB5-EB31-C64CBEAD0C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F7CB70-B18E-5840-9C23-D35758464329}" type="datetimeFigureOut">
              <a:rPr lang="en-US" smtClean="0"/>
              <a:t>10/19/24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D3A2A0C-5FD7-854E-9937-5CDC427713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E94B7CD-78EC-6183-0055-224B9620FF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B4389-D15A-AB4C-BA79-FB295222AD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89665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90CD954-FE69-9C16-C37B-63933D2619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F7CB70-B18E-5840-9C23-D35758464329}" type="datetimeFigureOut">
              <a:rPr lang="en-US" smtClean="0"/>
              <a:t>10/19/24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B3A4B0B-23EE-4EE3-173C-429D27896D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97208C0-586C-2AFC-1818-BF57EBC487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B4389-D15A-AB4C-BA79-FB295222AD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36790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5654C6-70C4-C480-E5D7-D02CD2C2E6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7F5AD2-D785-E028-828F-D58AA97CF3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6CF42CD-3171-043E-CBD4-9ED60816AE4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6B9AE34-B784-F777-1D71-4B613F1FC2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F7CB70-B18E-5840-9C23-D35758464329}" type="datetimeFigureOut">
              <a:rPr lang="en-US" smtClean="0"/>
              <a:t>10/19/24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A85DBEA-070D-529B-5FC4-EFA9EE1744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B47944F-778E-851A-2B5D-CFC0E6ACFC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B4389-D15A-AB4C-BA79-FB295222AD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16219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F0750B-8BF1-BEBF-DB4B-8E70E7C55E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65AACF6-D01D-5003-FF33-9291A7DE752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90DA00D-66C9-27D0-94C4-3C3CF6CB486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EFF35F0-3E2C-2018-A476-9D29C91A48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F7CB70-B18E-5840-9C23-D35758464329}" type="datetimeFigureOut">
              <a:rPr lang="en-US" smtClean="0"/>
              <a:t>10/19/24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63C575-2576-8936-CF04-1FA5F39443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E601E8C-855B-E063-F60B-22AD8B737C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B4389-D15A-AB4C-BA79-FB295222AD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90449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A2EA44-87E4-687A-C3C5-017858F1C2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1281E63-A323-1FA0-D931-5F3EBE24362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C4943A-09E2-237C-2F5B-BCE968D8FF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F7CB70-B18E-5840-9C23-D35758464329}" type="datetimeFigureOut">
              <a:rPr lang="en-US" smtClean="0"/>
              <a:t>10/19/24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53D269-BF73-DB3D-9036-88AE83C9D6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6196F5-6066-58A0-F97E-7DC469D1AA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B4389-D15A-AB4C-BA79-FB295222AD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39914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776668F-F880-BAE4-AED4-EC89BBDC591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3F92DFB-A981-110B-F096-3023C467BE8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D4CF22-F22D-8022-FD67-7E20A4A769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F7CB70-B18E-5840-9C23-D35758464329}" type="datetimeFigureOut">
              <a:rPr lang="en-US" smtClean="0"/>
              <a:t>10/19/24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F71D64-252F-17B0-DB59-E6EA6712BA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FE0B8D-5F04-E5D8-B749-7221ADA4B7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B4389-D15A-AB4C-BA79-FB295222AD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95568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6E82F31-6763-7635-545C-55A95956DF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E2C7734-1C50-E4E4-851F-AB814E778D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F5913D-1C64-F18E-C155-767FA9E296F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BF7CB70-B18E-5840-9C23-D35758464329}" type="datetimeFigureOut">
              <a:rPr lang="en-US" smtClean="0"/>
              <a:t>10/19/24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4087A3-BEEC-B36D-520A-7CA65C9F965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1752D5-FF6D-C9D6-4E03-3E3BCA2BBFE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8AB4389-D15A-AB4C-BA79-FB295222AD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44932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300B35-82D2-1164-4D6B-F9A6660357A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Monsoon:  The Journey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045A833-C640-E6BC-2063-123AADB309E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So many ways to go wrong</a:t>
            </a:r>
          </a:p>
        </p:txBody>
      </p:sp>
    </p:spTree>
    <p:extLst>
      <p:ext uri="{BB962C8B-B14F-4D97-AF65-F5344CB8AC3E}">
        <p14:creationId xmlns:p14="http://schemas.microsoft.com/office/powerpoint/2010/main" val="15895829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8DDCBB-203B-0D50-AD15-E9BE9E4A21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Valves</a:t>
            </a:r>
          </a:p>
        </p:txBody>
      </p:sp>
    </p:spTree>
    <p:extLst>
      <p:ext uri="{BB962C8B-B14F-4D97-AF65-F5344CB8AC3E}">
        <p14:creationId xmlns:p14="http://schemas.microsoft.com/office/powerpoint/2010/main" val="10232262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AF0AC5DB-8556-36E8-D65C-C3EA6570EAE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8086" y="400565"/>
            <a:ext cx="8075827" cy="60568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E4621E7E-F35C-09FA-8E3D-0B650BBBB9D3}"/>
              </a:ext>
            </a:extLst>
          </p:cNvPr>
          <p:cNvSpPr txBox="1"/>
          <p:nvPr/>
        </p:nvSpPr>
        <p:spPr>
          <a:xfrm>
            <a:off x="716693" y="716692"/>
            <a:ext cx="9316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DC 12V</a:t>
            </a:r>
          </a:p>
        </p:txBody>
      </p:sp>
    </p:spTree>
    <p:extLst>
      <p:ext uri="{BB962C8B-B14F-4D97-AF65-F5344CB8AC3E}">
        <p14:creationId xmlns:p14="http://schemas.microsoft.com/office/powerpoint/2010/main" val="42791030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>
            <a:extLst>
              <a:ext uri="{FF2B5EF4-FFF2-40B4-BE49-F238E27FC236}">
                <a16:creationId xmlns:a16="http://schemas.microsoft.com/office/drawing/2014/main" id="{B9D73E4A-682C-BE1B-9AFB-8335670D3E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94100" y="482600"/>
            <a:ext cx="5003800" cy="5892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2860D2AF-579A-95AB-0ECB-2D2109249CBF}"/>
              </a:ext>
            </a:extLst>
          </p:cNvPr>
          <p:cNvSpPr txBox="1"/>
          <p:nvPr/>
        </p:nvSpPr>
        <p:spPr>
          <a:xfrm>
            <a:off x="716691" y="716692"/>
            <a:ext cx="10674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Irrigation</a:t>
            </a:r>
          </a:p>
        </p:txBody>
      </p:sp>
    </p:spTree>
    <p:extLst>
      <p:ext uri="{BB962C8B-B14F-4D97-AF65-F5344CB8AC3E}">
        <p14:creationId xmlns:p14="http://schemas.microsoft.com/office/powerpoint/2010/main" val="34753469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>
            <a:extLst>
              <a:ext uri="{FF2B5EF4-FFF2-40B4-BE49-F238E27FC236}">
                <a16:creationId xmlns:a16="http://schemas.microsoft.com/office/drawing/2014/main" id="{4707ADAE-FBCC-A08C-68CC-B36307C0F9B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67000" y="0"/>
            <a:ext cx="6858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553290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>
            <a:extLst>
              <a:ext uri="{FF2B5EF4-FFF2-40B4-BE49-F238E27FC236}">
                <a16:creationId xmlns:a16="http://schemas.microsoft.com/office/drawing/2014/main" id="{D27421DB-9739-945C-AC06-F2BBDA35ACF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67000" y="0"/>
            <a:ext cx="6858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320417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1A3EC36-724C-309F-BF95-E5963F17600C}"/>
              </a:ext>
            </a:extLst>
          </p:cNvPr>
          <p:cNvSpPr txBox="1"/>
          <p:nvPr/>
        </p:nvSpPr>
        <p:spPr>
          <a:xfrm>
            <a:off x="3126259" y="2718486"/>
            <a:ext cx="363355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Don’t try to suck through a valve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It’s a washing machine</a:t>
            </a:r>
          </a:p>
        </p:txBody>
      </p:sp>
    </p:spTree>
    <p:extLst>
      <p:ext uri="{BB962C8B-B14F-4D97-AF65-F5344CB8AC3E}">
        <p14:creationId xmlns:p14="http://schemas.microsoft.com/office/powerpoint/2010/main" val="4186040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C1AC77-F00C-6603-BF31-19A3A3F4D9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Pumps</a:t>
            </a:r>
          </a:p>
        </p:txBody>
      </p:sp>
    </p:spTree>
    <p:extLst>
      <p:ext uri="{BB962C8B-B14F-4D97-AF65-F5344CB8AC3E}">
        <p14:creationId xmlns:p14="http://schemas.microsoft.com/office/powerpoint/2010/main" val="220953208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>
            <a:extLst>
              <a:ext uri="{FF2B5EF4-FFF2-40B4-BE49-F238E27FC236}">
                <a16:creationId xmlns:a16="http://schemas.microsoft.com/office/drawing/2014/main" id="{B46C60E9-A63B-EC5E-EF1A-E91B843E71C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19450" y="1009650"/>
            <a:ext cx="5753100" cy="4838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B19B5296-4FFA-1687-C9D4-07FF4A5795EC}"/>
              </a:ext>
            </a:extLst>
          </p:cNvPr>
          <p:cNvSpPr txBox="1"/>
          <p:nvPr/>
        </p:nvSpPr>
        <p:spPr>
          <a:xfrm>
            <a:off x="716691" y="726815"/>
            <a:ext cx="13347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Agricultural</a:t>
            </a:r>
          </a:p>
        </p:txBody>
      </p:sp>
    </p:spTree>
    <p:extLst>
      <p:ext uri="{BB962C8B-B14F-4D97-AF65-F5344CB8AC3E}">
        <p14:creationId xmlns:p14="http://schemas.microsoft.com/office/powerpoint/2010/main" val="23520055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>
            <a:extLst>
              <a:ext uri="{FF2B5EF4-FFF2-40B4-BE49-F238E27FC236}">
                <a16:creationId xmlns:a16="http://schemas.microsoft.com/office/drawing/2014/main" id="{09210BED-3634-A20E-6508-317CB77998E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20950" y="774700"/>
            <a:ext cx="7150100" cy="5308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FB22D82A-15E8-5A1F-75C0-BD29A6661C92}"/>
              </a:ext>
            </a:extLst>
          </p:cNvPr>
          <p:cNvSpPr txBox="1"/>
          <p:nvPr/>
        </p:nvSpPr>
        <p:spPr>
          <a:xfrm>
            <a:off x="713140" y="690617"/>
            <a:ext cx="6703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Bilge</a:t>
            </a:r>
          </a:p>
        </p:txBody>
      </p:sp>
    </p:spTree>
    <p:extLst>
      <p:ext uri="{BB962C8B-B14F-4D97-AF65-F5344CB8AC3E}">
        <p14:creationId xmlns:p14="http://schemas.microsoft.com/office/powerpoint/2010/main" val="397461347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>
            <a:extLst>
              <a:ext uri="{FF2B5EF4-FFF2-40B4-BE49-F238E27FC236}">
                <a16:creationId xmlns:a16="http://schemas.microsoft.com/office/drawing/2014/main" id="{FC340687-2EBA-8A02-E946-F91A66BD66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67000" y="0"/>
            <a:ext cx="6858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307F0993-CFF9-5E5F-C71F-8219F5856F1D}"/>
              </a:ext>
            </a:extLst>
          </p:cNvPr>
          <p:cNvSpPr txBox="1"/>
          <p:nvPr/>
        </p:nvSpPr>
        <p:spPr>
          <a:xfrm>
            <a:off x="716692" y="716691"/>
            <a:ext cx="12906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Centrifugal</a:t>
            </a:r>
          </a:p>
        </p:txBody>
      </p:sp>
    </p:spTree>
    <p:extLst>
      <p:ext uri="{BB962C8B-B14F-4D97-AF65-F5344CB8AC3E}">
        <p14:creationId xmlns:p14="http://schemas.microsoft.com/office/powerpoint/2010/main" val="418621771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>
            <a:extLst>
              <a:ext uri="{FF2B5EF4-FFF2-40B4-BE49-F238E27FC236}">
                <a16:creationId xmlns:a16="http://schemas.microsoft.com/office/drawing/2014/main" id="{3B19C07C-E1C7-235B-FC63-0D52EA48335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97100" y="501650"/>
            <a:ext cx="7797800" cy="5854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6ABA4692-18EF-DAD5-08FD-E8B0717B5C98}"/>
              </a:ext>
            </a:extLst>
          </p:cNvPr>
          <p:cNvSpPr txBox="1"/>
          <p:nvPr/>
        </p:nvSpPr>
        <p:spPr>
          <a:xfrm>
            <a:off x="714704" y="714703"/>
            <a:ext cx="12901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Washdown</a:t>
            </a:r>
          </a:p>
        </p:txBody>
      </p:sp>
    </p:spTree>
    <p:extLst>
      <p:ext uri="{BB962C8B-B14F-4D97-AF65-F5344CB8AC3E}">
        <p14:creationId xmlns:p14="http://schemas.microsoft.com/office/powerpoint/2010/main" val="161047898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E1289B-87E5-BAFB-09CD-4C49AFD4C1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Prototype mark 2</a:t>
            </a:r>
          </a:p>
        </p:txBody>
      </p:sp>
    </p:spTree>
    <p:extLst>
      <p:ext uri="{BB962C8B-B14F-4D97-AF65-F5344CB8AC3E}">
        <p14:creationId xmlns:p14="http://schemas.microsoft.com/office/powerpoint/2010/main" val="12915684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3" name="Picture 2" descr="A table with many wires and a bucket&#10;&#10;Description automatically generated with medium confidence">
            <a:extLst>
              <a:ext uri="{FF2B5EF4-FFF2-40B4-BE49-F238E27FC236}">
                <a16:creationId xmlns:a16="http://schemas.microsoft.com/office/drawing/2014/main" id="{0292A922-7D2E-EDF4-440A-2F5FBB7FD7C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6308" b="8706"/>
          <a:stretch/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623725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table with many pipes and tubes&#10;&#10;Description automatically generated with medium confidence">
            <a:extLst>
              <a:ext uri="{FF2B5EF4-FFF2-40B4-BE49-F238E27FC236}">
                <a16:creationId xmlns:a16="http://schemas.microsoft.com/office/drawing/2014/main" id="{B22B1E74-EF4F-19C4-D014-80905F6358C8}"/>
              </a:ext>
            </a:extLst>
          </p:cNvPr>
          <p:cNvPicPr>
            <a:picLocks/>
          </p:cNvPicPr>
          <p:nvPr/>
        </p:nvPicPr>
        <p:blipFill rotWithShape="1">
          <a:blip r:embed="rId2"/>
          <a:srcRect l="1853" t="31563" b="8369"/>
          <a:stretch/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551951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AB2DB3-8490-86BA-E09C-4BC95A62FD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Prototype Mark 3</a:t>
            </a:r>
          </a:p>
        </p:txBody>
      </p:sp>
    </p:spTree>
    <p:extLst>
      <p:ext uri="{BB962C8B-B14F-4D97-AF65-F5344CB8AC3E}">
        <p14:creationId xmlns:p14="http://schemas.microsoft.com/office/powerpoint/2010/main" val="24021521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close-up of a machine&#10;&#10;Description automatically generated">
            <a:extLst>
              <a:ext uri="{FF2B5EF4-FFF2-40B4-BE49-F238E27FC236}">
                <a16:creationId xmlns:a16="http://schemas.microsoft.com/office/drawing/2014/main" id="{62097417-4464-C7B1-A4EF-9D22B1FAF9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53497" y="-1027671"/>
            <a:ext cx="6685006" cy="8913342"/>
          </a:xfrm>
          <a:prstGeom prst="rect">
            <a:avLst/>
          </a:prstGeom>
          <a:scene3d>
            <a:camera prst="orthographicFront">
              <a:rot lat="0" lon="0" rev="16200000"/>
            </a:camera>
            <a:lightRig rig="threePt" dir="t"/>
          </a:scene3d>
        </p:spPr>
      </p:pic>
    </p:spTree>
    <p:extLst>
      <p:ext uri="{BB962C8B-B14F-4D97-AF65-F5344CB8AC3E}">
        <p14:creationId xmlns:p14="http://schemas.microsoft.com/office/powerpoint/2010/main" val="324630389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196</TotalTime>
  <Words>36</Words>
  <Application>Microsoft Macintosh PowerPoint</Application>
  <PresentationFormat>Widescreen</PresentationFormat>
  <Paragraphs>14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Aptos</vt:lpstr>
      <vt:lpstr>Aptos Display</vt:lpstr>
      <vt:lpstr>Arial</vt:lpstr>
      <vt:lpstr>Office Theme</vt:lpstr>
      <vt:lpstr>Monsoon:  The Journey</vt:lpstr>
      <vt:lpstr>Valves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Pumps</vt:lpstr>
      <vt:lpstr>PowerPoint Presentation</vt:lpstr>
      <vt:lpstr>PowerPoint Presentation</vt:lpstr>
      <vt:lpstr>PowerPoint Presentation</vt:lpstr>
      <vt:lpstr>PowerPoint Presentation</vt:lpstr>
      <vt:lpstr>Prototype mark 2</vt:lpstr>
      <vt:lpstr>PowerPoint Presentation</vt:lpstr>
      <vt:lpstr>PowerPoint Presentation</vt:lpstr>
      <vt:lpstr>Prototype Mark 3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Fred Nicolls</dc:creator>
  <cp:lastModifiedBy>Fred Nicolls</cp:lastModifiedBy>
  <cp:revision>11</cp:revision>
  <dcterms:created xsi:type="dcterms:W3CDTF">2024-10-19T15:50:54Z</dcterms:created>
  <dcterms:modified xsi:type="dcterms:W3CDTF">2024-10-19T19:13:13Z</dcterms:modified>
</cp:coreProperties>
</file>